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F4F8-15C0-5CA9-89CB-0B2457ED0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034EC-C67D-5948-C983-FE7A7423C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AF758-300A-31F8-0B85-36334D88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56B62-D1CE-EF25-8128-8BC70402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21AF1-A75D-90F2-930E-A2023A7C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1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466D-3644-CF62-0A22-ADCF1DE2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AF8C-DB9B-4B17-91D6-E2B297760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0C70-9037-E9E5-3122-114C8C54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5AC9F-B27E-B256-0C16-A3EA83DA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371E8-C265-146D-F557-DEBF3BB7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4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3820-C030-A1E4-AA2A-FDCD8BBF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44A90-5691-E32C-AD2F-FD65CE6E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31787-91F4-6BC0-32CB-4E0D695C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088AE-3600-2362-6CD7-4A415B6B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5EBE5-970B-6F0C-EC03-8728D99D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F264-6DE3-0A29-DA02-C5A719A6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BE14-0ABF-3988-5B43-88482F00B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5F23E-5818-912C-E372-6AED61334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AF82F-ACBD-BA27-017E-75D6D05B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4FD98-BBDD-F881-751F-A3AC6D66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21D6D-72F5-F1CA-2134-C90B8571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1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003A-4ACA-7839-B327-BF9AF75B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C26CE-A08E-21EE-E97D-7B422328B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59C31-5C4D-4FBF-4564-1CACF82DA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F100DB-46B7-A573-2BD9-A100C8E7C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C7BA9-A571-11C1-DBC8-9D9E246CF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BBE62-3B4D-AC26-1CE7-99C880CF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836B9-79E5-8F2A-1333-375F1F4A2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3FEDB-2149-610A-C9C5-5A94B2D8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4975-D0C8-4B9C-A9F8-D38A78ED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8C30D-0867-CD6B-F606-F40CB1AC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A0715-FF07-FBC1-FEEE-91A37128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BB428-B562-D926-FF7A-8B2120D5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2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7CE2DC-841D-F4D8-92D6-E8BB616E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ACFA8-49FB-881B-3322-479C5036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56B7B-EAFE-D09E-8C5B-0936919D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3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C1F8-4AF6-792F-3970-A59B0058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F84E-A27A-E14D-E24F-938708214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1E80F-B9E2-F5E0-D455-F185F30A4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71EBF-E382-6DC2-2140-A9CC4595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14609-2627-9DDD-FA37-9445F599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72636-AFDF-590E-9027-8D2D8DC7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0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D524-E9DE-EF64-7945-4AED2590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3F17E-31FF-A940-F93B-81F52F683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13754-462B-12B5-EF57-CFB696EE3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45CB1-9E3A-019D-B270-304514D7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533E0-075D-E5BB-E2C3-B664C105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9D137-A0D2-79AB-FA9C-ACA60654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2E60-AF31-A6E1-90B7-DE6EDE75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26157-D445-ED05-CEE4-C86FA1B21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BDE42-0E0E-7E28-CFED-4C6892A2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E7949-6763-35D0-C3F8-5B3E3F48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0E2A1-E659-D981-B258-2A504E2C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6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70D0D-B04B-ADF8-33E0-172819E79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0F64E-C297-0DBB-E778-5877E124E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6648-5495-F92A-6B35-36508398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82BBD-431B-69FE-77DA-90468852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85EF2-68DE-7ACA-52A5-381EC1F7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8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FFFF8-904C-CF01-0630-6278D9C9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13F79-9D5B-1C6A-1921-C7D806B8B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F9D5-B417-7288-D19B-0CEA9E7E5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93B0B-FE58-4845-ABD9-4A15646A19E7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3033B-964C-0A4B-B183-E4447E5B2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33DC0-2A41-0785-EF05-76C7209CC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F0BB8-A701-40B7-82F3-1EEF79EF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4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AE6CBE-FEA4-6E46-9709-7B3C6CB76B0C}"/>
                  </a:ext>
                </a:extLst>
              </p:cNvPr>
              <p:cNvSpPr txBox="1"/>
              <p:nvPr/>
            </p:nvSpPr>
            <p:spPr>
              <a:xfrm>
                <a:off x="3970167" y="1579864"/>
                <a:ext cx="6456093" cy="3862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1 -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if y = 0</a:t>
                </a:r>
              </a:p>
              <a:p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if y = 1</a:t>
                </a:r>
                <a:endParaRPr lang="en-US" sz="35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AE6CBE-FEA4-6E46-9709-7B3C6CB76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167" y="1579864"/>
                <a:ext cx="6456093" cy="3862596"/>
              </a:xfrm>
              <a:prstGeom prst="rect">
                <a:avLst/>
              </a:prstGeom>
              <a:blipFill>
                <a:blip r:embed="rId2"/>
                <a:stretch>
                  <a:fillRect l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0A0E1353-4C14-B762-1C52-3FB006B1E79E}"/>
              </a:ext>
            </a:extLst>
          </p:cNvPr>
          <p:cNvSpPr/>
          <p:nvPr/>
        </p:nvSpPr>
        <p:spPr>
          <a:xfrm>
            <a:off x="3455389" y="2047232"/>
            <a:ext cx="654155" cy="1848678"/>
          </a:xfrm>
          <a:prstGeom prst="leftBrace">
            <a:avLst/>
          </a:prstGeom>
          <a:ln w="47625" cap="sq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16D7F-F44A-0A8E-B270-FED7EF4AED98}"/>
              </a:ext>
            </a:extLst>
          </p:cNvPr>
          <p:cNvSpPr txBox="1"/>
          <p:nvPr/>
        </p:nvSpPr>
        <p:spPr>
          <a:xfrm>
            <a:off x="2567036" y="2394418"/>
            <a:ext cx="64560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5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9852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nking-brain-png-hd-thinking-brain-concept-video-animation-stock-video-footage-videoblocks-1920  | AVN For Accountants">
            <a:extLst>
              <a:ext uri="{FF2B5EF4-FFF2-40B4-BE49-F238E27FC236}">
                <a16:creationId xmlns:a16="http://schemas.microsoft.com/office/drawing/2014/main" id="{F9C5C96A-B786-1504-5F11-30F070EFC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44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Gerber</dc:creator>
  <cp:lastModifiedBy>Brian Gerber</cp:lastModifiedBy>
  <cp:revision>3</cp:revision>
  <dcterms:created xsi:type="dcterms:W3CDTF">2022-08-12T15:54:11Z</dcterms:created>
  <dcterms:modified xsi:type="dcterms:W3CDTF">2022-08-14T16:45:37Z</dcterms:modified>
</cp:coreProperties>
</file>